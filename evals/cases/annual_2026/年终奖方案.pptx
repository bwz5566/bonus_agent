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 年度年终奖方案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人力资源部 · 财务部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一、年终奖总包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以公司全年净利润（各月净利润合计）为基数计提年终奖总包。</a:t>
            </a:r>
          </a:p>
          <a:p>
            <a:r>
              <a:rPr sz="2000"/>
              <a:t>全年净利润达到 3000 万元的，按 8% 计提。</a:t>
            </a:r>
          </a:p>
          <a:p>
            <a:r>
              <a:rPr sz="2000"/>
              <a:t>未达到 3000 万元的，按 5% 计提。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二、分配到部门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年终奖总包按各部门年度 KPI 得分的占比分配到部门。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三、分配到个人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75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部门奖金在部门内按「月薪 × 绩效系数 × 本年在职月数 ÷ 12」的占比分配到个人；试用期员工不参与年终奖分配。绩效系数如下：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2880000"/>
            <a:ext cx="5040000" cy="27189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四、发放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个人年终奖的 70% 随春节前工资发放；其余 30% 暂缓，于次年 6 月 30 日后发放。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