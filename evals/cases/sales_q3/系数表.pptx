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附件一：区域系数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440000" y="1800000"/>
          <a:ext cx="504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520000"/>
              </a:tblGrid>
              <a:tr h="576000">
                <a:tc>
                  <a:txBody>
                    <a:bodyPr/>
                    <a:lstStyle/>
                    <a:p>
                      <a:r>
                        <a:t>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系数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t>华东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t>华南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t>西北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t>其他区域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附件二：毛利率系数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620000"/>
            <a:ext cx="6840000" cy="425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